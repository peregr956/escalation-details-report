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Escalation to Client Details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FFFFFF"/>
                </a:solidFill>
                <a:latin typeface="Calibri"/>
              </a:defRPr>
            </a:pPr>
            <a:r>
              <a:t>Signature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FFFFFF"/>
                </a:solidFill>
                <a:latin typeface="Calibri"/>
              </a:defRPr>
            </a:pPr>
            <a:r>
              <a:t>Lennar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  <a:latin typeface="Calibri"/>
              </a:defRPr>
            </a:pPr>
            <a:r>
              <a:t>August 1-31, 2025 (31 days)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948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  <a:latin typeface="Calibri"/>
              </a:defRPr>
            </a:pPr>
            <a:r>
              <a:t>Report Date: November 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4C97"/>
                </a:solidFill>
                <a:latin typeface="Calibri"/>
              </a:defRPr>
            </a:pPr>
            <a:r>
              <a:t>267 Incidents Escalated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343741"/>
                </a:solidFill>
                <a:latin typeface="Calibri"/>
              </a:defRPr>
            </a:pPr>
            <a:r>
              <a:t>Average 8.9 per day requiring your team's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Calibri"/>
              </a:defRPr>
            </a:pPr>
            <a:r>
              <a:t>CS SOC triaged 2,110 alerts this period—1,690 (80%) guided with your team and 420 closed end-to-end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Period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Threat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11 threats contained, zero breaches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8872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258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Response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73736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34% faster MTTR vs peers (126m vs 192m)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24/7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59% of escalations handled after-hours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346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9718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Detection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3832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9.0% false positive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4C97"/>
                </a:solidFill>
                <a:latin typeface="Calibri"/>
              </a:defRPr>
            </a:pPr>
            <a:r>
              <a:t>Modeled Cost Exposure Avoided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4C97"/>
                </a:solidFill>
                <a:latin typeface="Calibri"/>
              </a:defRPr>
            </a:pPr>
            <a:r>
              <a:t>~$7.55M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343741"/>
                </a:solidFill>
                <a:latin typeface="Calibri"/>
              </a:defRPr>
            </a:pPr>
            <a:r>
              <a:t>Modeled cost exposure avoided across operations, coverage, and threat containment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119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343741"/>
                </a:solidFill>
                <a:latin typeface="Calibri"/>
              </a:defRPr>
            </a:pPr>
            <a:r>
              <a:t>Illustrative impact only; not redeployable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Value Delivered -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452 analyst hours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~$38K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24/7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744 hours of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~$163K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Threat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11 intrusions contained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~$7.34M breach exposure avoided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343741"/>
                </a:solidFill>
                <a:latin typeface="Calibri"/>
              </a:defRPr>
            </a:pPr>
            <a:r>
              <a:t>Methodology: Cost equivalents based on industry-standard rates for SOC analyst time, 24/7 monitoring infrastructure, and average breach cost per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Security Outcomes This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368046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2,110 Alerts Triaged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1,690 Client-Touch Decisions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420 Closed End-to-End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11 True Threats Contained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34% Faster Than Industry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87-Minute P90 Response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158 After-Hours Escalations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744 Hours of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Getting Better Every Period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4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[Chart: Performance Trends]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MTTR (blue) | MTTD (navy) | FP% (red dashed)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480560"/>
            <a:ext cx="768096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Calibri"/>
              </a:defRPr>
            </a:pPr>
            <a:r>
              <a:t>MTTR decreased 25% to 126 minutes, MTTD improved 22% to 42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Industry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7315200" cy="571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Your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Industry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Difference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6022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MTTR (minutes)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192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8059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059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34% Better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MTTD (minutes)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66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3774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3774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36% Better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90322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Incidents/Day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8.9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11.4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9489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9489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22% Better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Response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Containment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(262 of 267)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Playbook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(229 incidents)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Analyst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A14"/>
                </a:solidFill>
                <a:latin typeface="Calibri"/>
              </a:defRPr>
            </a:pPr>
            <a:r>
              <a:t>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(38 incidents)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True Threat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3340"/>
                </a:solidFill>
                <a:latin typeface="Calibri"/>
              </a:defRPr>
            </a:pPr>
            <a:r>
              <a:t>31.4%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18872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Signal Fidelity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False Positive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A14"/>
                </a:solidFill>
                <a:latin typeface="Calibri"/>
              </a:defRPr>
            </a:pPr>
            <a:r>
              <a:t>9.0%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74320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Client-Validated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383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Calibri"/>
              </a:defRPr>
            </a:pPr>
            <a:r>
              <a:t>86.9%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Calibri"/>
              </a:defRPr>
            </a:pPr>
            <a:r>
              <a:t>Signal quality improved: false positives fell from 10.8% to 9.0%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Severity Alignment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Vendor-reported criticality vs. Critical Start adjudication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822960"/>
            <a:ext cx="1645920" cy="3657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267 escalations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3340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Upgraded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CDE"/>
                </a:solidFill>
                <a:latin typeface="Calibri"/>
              </a:defRPr>
            </a:pPr>
            <a: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De-escalated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Calibri"/>
              </a:defRPr>
            </a:pPr>
            <a: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Aligned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34640"/>
            <a:ext cx="7680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4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[Chart: Severity Alignment Sankey - ID: severity_sankey]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7680960" cy="73152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• 34 escalations upgraded (12.7%) - CS raised severity based on business impact</a:t>
            </a:r>
            <a:br/>
            <a:r>
              <a:t>• 65 escalations de-escalated (24.3%) - CS reduced noise from vendor over-classification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Source: Vendor Severity (col 45) vs. Current Priority (col 13)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Threat Landscape by Tactic &amp; Severity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4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[Chart: MITRE ATT&amp;CK Stacked Bar - ID: mitre_stacked_bar]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High (red) | Medium (orange) | Low (blue) | Info (gray)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004C97"/>
                </a:solidFill>
                <a:latin typeface="Calibri"/>
              </a:defRPr>
            </a:pPr>
            <a:r>
              <a:t>Persistence tactics generated 77 escalations with 12 high-severity cases (15.6%)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Source: MITRE ATT&amp;CK Tactic (col X) and Current Priority (col 13)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Sources &amp;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Palo Alto Cortex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189 incidents (70.8%)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834640"/>
            <a:ext cx="2103120" cy="91440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11.2%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Above threshold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Microsoft Sentinel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52 incidents (19.5%)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283464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5.8%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CrowdStrike Falcon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26 incidents (9.7%)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283464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7.7%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Good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Prioritized Improvement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2344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1 - Detection 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Palo Alto Cortex XDR false positive rate is 11.2%, exceeding the 10.0%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CS SOC + Lennar Security Team | Target: Next 30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Reduce escalations by ~20%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914400" cy="32004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2 - Automation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Manual escalations at 14% exceed 12% target. 38 incidents required analyst judgment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CS SOC Engineering | Target: Next 60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Reduce manual review burden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4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3 - Threat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Persistence + Defense Evasion account for 67% of high-severity incidents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920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Joint - CS Threat Intel + Lennar | Target: Ongoing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Improved detection of advanced threats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Operational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749040" cy="3200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After-Hours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After Hours Calls: 18% (136 of 756)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Weekend Calls: 15% (22 of 147)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Calibri"/>
              </a:defRPr>
            </a:pPr>
            <a:r>
              <a:t>Total Off-Hours Calls: 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097280"/>
            <a:ext cx="3749040" cy="3200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Collaboration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Average Touches per Incident: 2.3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60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Active Client Participation: 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Calibri"/>
              </a:defRPr>
            </a:pPr>
            <a:r>
              <a:t>Client-Led Closures: 21%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7200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500" b="1">
                <a:solidFill>
                  <a:srgbClr val="004C97"/>
                </a:solidFill>
                <a:latin typeface="Calibri"/>
              </a:defRPr>
            </a:pPr>
            <a:r>
              <a:t>82.5% of after-hours alerts handled by CS SOC without requiring customer notification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Next Period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955280" cy="64008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Trim Palo Alto XDR false positives from 11.2% to 10% threshold (~4 fewer escalations)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Reduce manual escalations from 38 (14%) to 32 or fewer (12% target)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Strategic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955280" cy="45720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Proactive hunts targeting Persistence and Defense Evasion tactics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Additional playbook coverage for analyst-escalated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Your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Calibri"/>
              </a:defRPr>
            </a:pPr>
            <a:r>
              <a:t>Questions? Your Customer Success Manager is here to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Report generated: November 5, 2025 | Data sources: Escalation Details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